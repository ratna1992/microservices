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5b831da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5b831da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5b831da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5b831da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5b831da0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5b831da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5b831da0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5b831da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5b831da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5b831da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5b831da0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5b831da0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85b831da0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85b831da0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5b831da0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5b831da0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5b831da0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5b831da0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Ratna1992/microservices.gi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Microservices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28,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Audience</a:t>
            </a:r>
            <a:endParaRPr/>
          </a:p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Levels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give a basic idea on microservices.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arenR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arenR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Naming Server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arenR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Cloud Config Server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arenR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entralized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logging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lphaLcParenR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Fault Tolerance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 Gateways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Naming Server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 Balancing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Configuration Server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 Log Tracing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Fault Tolerance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782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autonomous services that work together - Sam Newman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400" y="1811225"/>
            <a:ext cx="6891236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Gateway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single entry point into a system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Other Responsibilities such as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Authentication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Monitoring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Caching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Load Balancing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Request Shaping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Logging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875" y="1919075"/>
            <a:ext cx="4278950" cy="27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 Server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Discovery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Registration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850" y="1735150"/>
            <a:ext cx="6252599" cy="332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Balancing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6F6F5"/>
                </a:highlight>
                <a:latin typeface="Arial"/>
                <a:ea typeface="Arial"/>
                <a:cs typeface="Arial"/>
                <a:sym typeface="Arial"/>
              </a:rPr>
              <a:t>Load balancers will designate a </a:t>
            </a:r>
            <a:r>
              <a:rPr b="1" lang="en">
                <a:solidFill>
                  <a:srgbClr val="000000"/>
                </a:solidFill>
                <a:highlight>
                  <a:srgbClr val="F6F6F5"/>
                </a:highlight>
                <a:latin typeface="Arial"/>
                <a:ea typeface="Arial"/>
                <a:cs typeface="Arial"/>
                <a:sym typeface="Arial"/>
              </a:rPr>
              <a:t>Server</a:t>
            </a:r>
            <a:r>
              <a:rPr lang="en">
                <a:solidFill>
                  <a:srgbClr val="000000"/>
                </a:solidFill>
                <a:highlight>
                  <a:srgbClr val="F6F6F5"/>
                </a:highlight>
                <a:latin typeface="Arial"/>
                <a:ea typeface="Arial"/>
                <a:cs typeface="Arial"/>
                <a:sym typeface="Arial"/>
              </a:rPr>
              <a:t> for the request when request comes from client.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NetFlix Ribbon is a client side load balancer And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distributes the load among all the services when any service internally talks with help of naming server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Feign is another component where we it is used along with Ribbon for interaction with microservice.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800" y="1722775"/>
            <a:ext cx="4672201" cy="335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Cloud Config Server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Stores and Serves distributed configurations across multiple applications and environments.</a:t>
            </a:r>
            <a:endParaRPr sz="14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Uses Git </a:t>
            </a:r>
            <a:r>
              <a:rPr lang="en" sz="14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Repository</a:t>
            </a:r>
            <a:r>
              <a:rPr lang="en" sz="14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For all Storage purpose</a:t>
            </a:r>
            <a:endParaRPr sz="14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175" y="1784725"/>
            <a:ext cx="4667825" cy="318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Log Tracing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 Sleuth For unique ID for Log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RabbitMQ and ZipKin for Distributed Logging under one place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Kibana also do the same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825" y="1735150"/>
            <a:ext cx="4701475" cy="32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Tolerance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5" name="Google Shape;145;p2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Hystrix as a fallback if any dependant service Failed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50" y="2733663"/>
            <a:ext cx="653415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Repository URL for all the above Services We Discussed to go through for configurations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https://github.com/Ratna1992/microservices.git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netfix-eureka-naming-server(service registry)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netfix-zuul-api-gateway-server(API gateway)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spring-cloud-config-server(configuration)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5"/>
          <p:cNvSpPr txBox="1"/>
          <p:nvPr>
            <p:ph idx="2" type="body"/>
          </p:nvPr>
        </p:nvSpPr>
        <p:spPr>
          <a:xfrm>
            <a:off x="4694250" y="1710375"/>
            <a:ext cx="3999900" cy="32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Limit-service (used for spring cloud config  and hystrix fallback)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currency-exchange-service(getting data from h2 database and configured with eureka naming server)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currency-conversion-service(talks with currency-exchange-service so implemented feign,ribbon load balancing 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Zipkin and RabbitMQ: we have to install them docs available with complete details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